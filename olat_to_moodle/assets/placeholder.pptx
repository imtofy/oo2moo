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Lst>
  <p:sldSz cx="9144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99" Type="http://schemas.openxmlformats.org/officeDocument/2006/relationships/theme" Target="theme/theme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s>
</file>

<file path=ppt/slides/_rels/slide2.xml.rels><?xml version="1.0" encoding="UTF-8" standalone="yes"?>
<Relationships xmlns="http://schemas.openxmlformats.org/package/2006/relationships">
</Relationships>
</file>

<file path=ppt/slides/_rels/slide3.xml.rels><?xml version="1.0" encoding="UTF-8" standalone="yes"?>
<Relationships xmlns="http://schemas.openxmlformats.org/package/2006/relationships">
</Relationships>
</file>

<file path=ppt/slides/_rels/slide4.xml.rels><?xml version="1.0" encoding="UTF-8" standalone="yes"?>
<Relationships xmlns="http://schemas.openxmlformats.org/package/2006/relationships">
</Relationships>
</file>

<file path=ppt/slides/_rels/slide5.xml.rels><?xml version="1.0" encoding="UTF-8" standalone="yes"?>
<Relationships xmlns="http://schemas.openxmlformats.org/package/2006/relationships">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latzhaltertext"/>
          <p:cNvSpPr txBox="1"/>
          <p:nvPr/>
        </p:nvSpPr>
        <p:spPr>
          <a:xfrm>
            <a:off x="685800" y="685800"/>
            <a:ext cx="7772400" cy="5486400"/>
          </a:xfrm>
          <a:prstGeom prst="rect">
            <a:avLst/>
          </a:prstGeom>
        </p:spPr>
        <p:txBody>
          <a:bodyPr wrap="square"/>
          <a:lstStyle/>
          <a:p>
            <a:r>
              <a:rPr lang="de-DE" sz="1800"/>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latzhaltertext"/>
          <p:cNvSpPr txBox="1"/>
          <p:nvPr/>
        </p:nvSpPr>
        <p:spPr>
          <a:xfrm>
            <a:off x="685800" y="685800"/>
            <a:ext cx="7772400" cy="5486400"/>
          </a:xfrm>
          <a:prstGeom prst="rect">
            <a:avLst/>
          </a:prstGeom>
        </p:spPr>
        <p:txBody>
          <a:bodyPr wrap="square"/>
          <a:lstStyle/>
          <a:p>
            <a:r>
              <a:rPr lang="de-DE" sz="1800"/>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latzhaltertext"/>
          <p:cNvSpPr txBox="1"/>
          <p:nvPr/>
        </p:nvSpPr>
        <p:spPr>
          <a:xfrm>
            <a:off x="685800" y="685800"/>
            <a:ext cx="7772400" cy="5486400"/>
          </a:xfrm>
          <a:prstGeom prst="rect">
            <a:avLst/>
          </a:prstGeom>
        </p:spPr>
        <p:txBody>
          <a:bodyPr wrap="square"/>
          <a:lstStyle/>
          <a:p>
            <a:r>
              <a:rPr lang="de-DE" sz="1800"/>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latzhaltertext"/>
          <p:cNvSpPr txBox="1"/>
          <p:nvPr/>
        </p:nvSpPr>
        <p:spPr>
          <a:xfrm>
            <a:off x="685800" y="685800"/>
            <a:ext cx="7772400" cy="5486400"/>
          </a:xfrm>
          <a:prstGeom prst="rect">
            <a:avLst/>
          </a:prstGeom>
        </p:spPr>
        <p:txBody>
          <a:bodyPr wrap="square"/>
          <a:lstStyle/>
          <a:p>
            <a:r>
              <a:rPr lang="de-DE" sz="1800"/>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Platzhaltertext"/>
          <p:cNvSpPr txBox="1"/>
          <p:nvPr/>
        </p:nvSpPr>
        <p:spPr>
          <a:xfrm>
            <a:off x="685800" y="685800"/>
            <a:ext cx="7772400" cy="5486400"/>
          </a:xfrm>
          <a:prstGeom prst="rect">
            <a:avLst/>
          </a:prstGeom>
        </p:spPr>
        <p:txBody>
          <a:bodyPr wrap="square"/>
          <a:lstStyle/>
          <a:p>
            <a:r>
              <a:rPr lang="de-DE" sz="1800"/>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theme/theme1.xml><?xml version="1.0" encoding="utf-8"?>
<a:theme xmlns:a="http://schemas.openxmlformats.org/drawingml/2006/main" name="Placeholder">
  <a:themeElements>
    <a:clrScheme name="Placeholder">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laceholder">
      <a:majorFont>
        <a:latin typeface="Calibri Light"/>
        <a:ea typeface=""/>
        <a:cs typeface=""/>
      </a:majorFont>
      <a:minorFont>
        <a:latin typeface="Calibri"/>
        <a:ea typeface=""/>
        <a:cs typeface=""/>
      </a:minorFont>
    </a:fontScheme>
    <a:fmtScheme name="Placeholder">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